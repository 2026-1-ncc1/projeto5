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750" y="-4716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5813757" y="20549007"/>
            <a:ext cx="11399871" cy="6657908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AXIS DEFENSE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Kauê Alves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Erick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Osawa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Henrique Mathias, </a:t>
            </a: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Joel Rick, Nicolas Coimbra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Albert Einstein, Isaac Newton, James Clerk Maxwell, Richard Feynman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7356130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399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ANG, X. Tower Defense Game Design based on Unity3D. ResearchGate, 2026.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SMITH, J. et al. An industry tower defense case study. ScienceDirect / Entertainment Computing, 2025.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473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jogo foi desenvolvido no motor gráfico da Unity 6, com a codificação de scripts em C# no compilador Visual Studio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organização e desenvolvimento via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/GitHub.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desenvolvimento, foi utilizada a metodologia ágil do Scrum com aspectos visuais do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Kanban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parceria com as empresas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YggBrasil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Messier, produtoras nacionais de jogos digitais, o projeto incentiva a criação de jogos digitais com os alunos, apresentando propostas diferenciadas, simples e inovadoras para o mercado.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ideia do grupo foi resgatar a experiência dos jogos inspirados em fliperamas e arcades, criando um jogo dinâmico e desafiador, no qual o jogador possa apreciar a atmosfera dos jogos clássicos e se entreter enquanto supera desafios de forma constante e se coloca nas melhores posições de ranking do game.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equipe optou por um jogo casual estilo arcade, onde o jogador deve administrar seu local defesa e se desafiar para conseguir a maior pontuação possível. Com uma gameplay dinâmica de gerenciamento de ambiente e teste constante de resposta do player a se adaptar a cada situação nova.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Essa proposta se relaciona com os estudos de ANG, X., que destacam a importância da adaptação e estratégia em jogos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tower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defense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e também com SMITH, J. et al., que aborda o equilíbrio entre acessibilidade e desafio em jogos do gênero.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9908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XIS DEFENSE oferece ao jogador a responsabilidade de defender a nave como chefe do departamento de Defesa, realizando a interceptação de ataques alienígenas.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Quatro câmeras estarão disponíveis, cada uma equipada com torres de defesa para abater os inimigos, além de um escudo provisório para conter os ataques enquanto o tempo de reparo da nave diminui gradualmente.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Chefes surgirão para tornar o desafio ainda maior, enquanto o jogador poderá se motivar a aumentar sua pontuação e alcançar o topo do ranking com as melhores pontuações.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430</Words>
  <Application>Microsoft Office PowerPoint</Application>
  <PresentationFormat>Personalizar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Inter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Kauê Alves Andrade</dc:creator>
  <cp:lastModifiedBy>Kauê Alves Andrade</cp:lastModifiedBy>
  <cp:revision>2</cp:revision>
  <dcterms:created xsi:type="dcterms:W3CDTF">2006-08-16T00:00:00Z</dcterms:created>
  <dcterms:modified xsi:type="dcterms:W3CDTF">2026-05-15T01:34:50Z</dcterms:modified>
</cp:coreProperties>
</file>